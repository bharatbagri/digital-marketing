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3" r:id="rId4"/>
    <p:sldId id="284" r:id="rId5"/>
    <p:sldId id="256" r:id="rId6"/>
    <p:sldId id="257" r:id="rId7"/>
    <p:sldId id="258" r:id="rId8"/>
    <p:sldId id="285" r:id="rId9"/>
    <p:sldId id="261" r:id="rId10"/>
    <p:sldId id="262" r:id="rId11"/>
    <p:sldId id="264" r:id="rId12"/>
    <p:sldId id="265" r:id="rId13"/>
    <p:sldId id="275" r:id="rId14"/>
    <p:sldId id="266" r:id="rId15"/>
    <p:sldId id="268" r:id="rId16"/>
    <p:sldId id="270" r:id="rId17"/>
    <p:sldId id="271" r:id="rId18"/>
    <p:sldId id="273" r:id="rId19"/>
    <p:sldId id="274" r:id="rId20"/>
    <p:sldId id="276" r:id="rId21"/>
    <p:sldId id="277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B9A0-3788-843C-2793-59ED41F3D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D7BE8-79DB-E7E0-D4EB-2E51D73A4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59A5C-19CB-E95D-00D7-772B0537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47FEA-B577-19ED-AC66-D21FDB34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EE851-C7E1-151F-4807-591DD0596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80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5C1A-AA4C-2DB9-7D9B-27DAE054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CDA1D-5AF3-ECB7-2048-A5752A563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D6BF2-0CB1-4EF6-6410-3D2BE0E1E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D581-FC27-C383-9F58-2FEDBB55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57B62-3615-A36F-70DA-2D2C6B58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15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4215-80D8-9413-1B5B-5031CFAEA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735ED-0123-13BF-6DC4-287F08177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480E4-5AB3-F294-E4A8-9D4F13ED4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89108-AF98-E886-6E03-BF86DFA7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5CCBB-FBEF-975B-5E0D-CBFDF0AE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97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7604-AC42-79C4-793E-9B0E9770C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735F2-7881-CEEC-AF7E-0B5B00EDD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70949-9352-60F0-1A1D-0745AF125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F66E7-DB74-BE79-45AB-34F4BA8E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92A94-A7AC-6BA8-B28D-59D826EC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C64F4-1093-1431-3ECB-4FDE7DC4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77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8D99-02E7-F967-1828-83D23B99F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1EC19-AEE5-8670-E3B1-C7962989A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866CD-DAC6-63C1-9AD6-8B24FCBEB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E62AB-1EBE-9B86-0AB1-6AC86F16C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DE1DC-6E8D-5CBE-C55E-3EC8DAC77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AFF8F-6FEE-29BB-69CC-66D79078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674504-C2D9-92B2-7227-7143A8DD6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884A5-9EDF-5E10-C4C8-B1611FF3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04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EDFC-D784-635B-E264-08CEB37D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718837-99D8-92F1-0F12-464E2D1C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3AC29-474E-6A64-6356-A1F04996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1B905-8765-96F8-9AC4-D4EDC802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625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857F1-C3E4-7A54-F743-056309A7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7A9DFB-BDF0-450F-2EE1-3A5B9DE7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55720-1312-40FC-41F5-48050C19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16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3C53-F8F4-2CC5-315C-6E4B849CF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D47E6-29F6-1F2C-AE63-E95CEF983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5F599-359E-138B-6DC8-77E9556CE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A7752-2205-79BB-B6DD-49002F53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3B937-9371-E4FB-2D0D-86CB69F8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C56EB-686E-910B-3924-8C7FF4DA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62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5D43-D7C2-6C6B-E97C-6DB8BF1E6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B68AFB-AF5D-2C69-CA83-70CC2EECA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8B7D4-94D9-E20C-9140-E94E74184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48409-97EF-BB18-9878-D8CAA8EB1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455E6-100B-3AF4-F19E-144165D65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5B1DC-3493-4B5E-1B0D-12519C36C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534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E95C-0A1B-B93F-83F3-573CB009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B3635-CA53-2212-0A70-1C8F0761D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004CD-E411-8923-5C7C-EE9BFED7D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B0C99-0617-BE25-CAB8-64E3BB620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E9F2-21EF-6C48-90A4-9DFA16645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92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EE1482-6A0D-1D0F-3FFD-7A72CA22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4A139-5D0C-3AE5-2AAB-3EBE3DAB8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E8099-1025-1D02-04A1-EBA1169C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E37D5-D42E-B82A-E130-BD2DD0F6C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F4FE6-57BB-5856-14D8-CE697929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25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FBF3F-27C9-00F6-8A4A-83F070CE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060F2-12BC-24B6-8700-972C3AFC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B5E4E-4A77-FB44-50CD-C06A390E9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91AA9-C3A6-4413-B49F-1FFE975573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28BD1-19F0-CB54-4959-43722701B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B29ED-16F3-D40F-59B1-75D8975A1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4A501B-C741-4E56-B901-686A8B715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69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23F337-384D-83B0-5137-A9B93B025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9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09805575-312C-7D60-F86C-4F0A6094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6670" y="935971"/>
            <a:ext cx="769112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Assignment Folio of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Submitted to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École College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Toward Digital Marketing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By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</a:t>
            </a:r>
            <a:r>
              <a:rPr lang="en-US" altLang="en-US" sz="1600" b="1" dirty="0">
                <a:solidFill>
                  <a:srgbClr val="000000"/>
                </a:solidFill>
                <a:ea typeface="Calibri" panose="020F0502020204030204" pitchFamily="34" charset="0"/>
              </a:rPr>
              <a:t>CA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lang="en-US" altLang="en-US" sz="1600" b="1" dirty="0">
                <a:solidFill>
                  <a:srgbClr val="000000"/>
                </a:solidFill>
                <a:ea typeface="Calibri" panose="020F0502020204030204" pitchFamily="34" charset="0"/>
              </a:rPr>
              <a:t>3</a:t>
            </a:r>
            <a:r>
              <a:rPr lang="en-US" altLang="en-US" sz="1600" b="1" baseline="30000" dirty="0">
                <a:solidFill>
                  <a:srgbClr val="000000"/>
                </a:solidFill>
                <a:ea typeface="Calibri" panose="020F0502020204030204" pitchFamily="34" charset="0"/>
              </a:rPr>
              <a:t>rd</a:t>
            </a:r>
            <a:r>
              <a:rPr lang="en-US" altLang="en-US" sz="1600" b="1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Semester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Bharat Raj Bagri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733338" algn="r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2E02B06-AEA2-8A6E-C83B-885220F99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967" y="5491142"/>
            <a:ext cx="488852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Dezyne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École College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106/10, Civil Lines, Ajmer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/>
              </a:rPr>
              <a:t>www.dezyneecole.com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D15F98-3D1A-0BEC-639C-1232F669AFFF}"/>
              </a:ext>
            </a:extLst>
          </p:cNvPr>
          <p:cNvCxnSpPr>
            <a:cxnSpLocks/>
          </p:cNvCxnSpPr>
          <p:nvPr/>
        </p:nvCxnSpPr>
        <p:spPr>
          <a:xfrm>
            <a:off x="294968" y="611883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8DCBD18-2350-2D23-4A82-663CA10F1C04}"/>
              </a:ext>
            </a:extLst>
          </p:cNvPr>
          <p:cNvSpPr txBox="1"/>
          <p:nvPr/>
        </p:nvSpPr>
        <p:spPr>
          <a:xfrm>
            <a:off x="9122800" y="136791"/>
            <a:ext cx="281353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8A1EA-D14B-3CA8-A269-198DAE2313F4}"/>
              </a:ext>
            </a:extLst>
          </p:cNvPr>
          <p:cNvSpPr txBox="1"/>
          <p:nvPr/>
        </p:nvSpPr>
        <p:spPr>
          <a:xfrm>
            <a:off x="187569" y="20543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800DF-73C9-A2AA-3673-2A4ACB861D45}"/>
              </a:ext>
            </a:extLst>
          </p:cNvPr>
          <p:cNvSpPr txBox="1"/>
          <p:nvPr/>
        </p:nvSpPr>
        <p:spPr>
          <a:xfrm>
            <a:off x="187568" y="674361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AE3EA-6EC9-7A63-48A8-58FF21BC334A}"/>
              </a:ext>
            </a:extLst>
          </p:cNvPr>
          <p:cNvSpPr txBox="1"/>
          <p:nvPr/>
        </p:nvSpPr>
        <p:spPr>
          <a:xfrm>
            <a:off x="5003560" y="4446067"/>
            <a:ext cx="1657339" cy="95306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B75B59-9AB6-1E8A-A047-70408E246C47}"/>
              </a:ext>
            </a:extLst>
          </p:cNvPr>
          <p:cNvCxnSpPr>
            <a:cxnSpLocks/>
          </p:cNvCxnSpPr>
          <p:nvPr/>
        </p:nvCxnSpPr>
        <p:spPr>
          <a:xfrm>
            <a:off x="388374" y="6525986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81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DF5564-D3A6-89DD-ECD3-766386684855}"/>
              </a:ext>
            </a:extLst>
          </p:cNvPr>
          <p:cNvCxnSpPr/>
          <p:nvPr/>
        </p:nvCxnSpPr>
        <p:spPr>
          <a:xfrm>
            <a:off x="12588240" y="3657600"/>
            <a:ext cx="91440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91883C-DD71-09CE-FBD5-D16F960A8315}"/>
              </a:ext>
            </a:extLst>
          </p:cNvPr>
          <p:cNvCxnSpPr>
            <a:cxnSpLocks/>
          </p:cNvCxnSpPr>
          <p:nvPr/>
        </p:nvCxnSpPr>
        <p:spPr>
          <a:xfrm>
            <a:off x="658761" y="642700"/>
            <a:ext cx="1064833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B192AB2-48E6-2FF0-6FED-D29F3D00ADBC}"/>
              </a:ext>
            </a:extLst>
          </p:cNvPr>
          <p:cNvSpPr txBox="1"/>
          <p:nvPr/>
        </p:nvSpPr>
        <p:spPr>
          <a:xfrm>
            <a:off x="9900327" y="236255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Acknowledgement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4AD16-5455-FA90-74B7-921FD88E8414}"/>
              </a:ext>
            </a:extLst>
          </p:cNvPr>
          <p:cNvSpPr txBox="1"/>
          <p:nvPr/>
        </p:nvSpPr>
        <p:spPr>
          <a:xfrm>
            <a:off x="462872" y="236255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81F82-E746-2814-8C2D-CD28B2FAFFFC}"/>
              </a:ext>
            </a:extLst>
          </p:cNvPr>
          <p:cNvSpPr txBox="1"/>
          <p:nvPr/>
        </p:nvSpPr>
        <p:spPr>
          <a:xfrm>
            <a:off x="462871" y="705178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1C935-C8F8-9D05-51B6-816A1B224FF6}"/>
              </a:ext>
            </a:extLst>
          </p:cNvPr>
          <p:cNvSpPr txBox="1"/>
          <p:nvPr/>
        </p:nvSpPr>
        <p:spPr>
          <a:xfrm>
            <a:off x="462871" y="1228398"/>
            <a:ext cx="1099170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take this opportunity to express our sincere gratitude to </a:t>
            </a:r>
            <a:r>
              <a:rPr lang="en-IN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Dezyne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École College for providing us with the knowledge, resources, and guidance essential to the successful completion of this project. </a:t>
            </a:r>
            <a:b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deepest thanks to our respected Principal, Dr. Vinita Mathur, for her visionary leadership and continuous encouragement. Her commitment to academic excellence and student growth has been a constant source of motivation and pride. </a:t>
            </a:r>
            <a:b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are equally thankful to all our faculty members for their consistent support, expert advice, and valuable insights that shaped our learning and helped us achieve this milestone. </a:t>
            </a:r>
            <a:b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Lastly, we extend heartfelt thanks to everyone who directly or indirectly contributed to the success of this project.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are proud to be part of </a:t>
            </a:r>
            <a:r>
              <a:rPr lang="en-IN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Dezyne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École College, an institution that truly nurtures professionalism, innovation, and purpose.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sincere appreciation,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Bharat Raj Bagri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– BCA  </a:t>
            </a:r>
          </a:p>
          <a:p>
            <a:pPr>
              <a:lnSpc>
                <a:spcPct val="150000"/>
              </a:lnSpc>
            </a:pPr>
            <a:r>
              <a:rPr lang="en-IN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Dezyne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École College, Ajmer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99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F30257-B1E5-FC5B-F2E9-EBE5F52EC236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9DE7E-C55D-CDC1-5FEE-D144D456957E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Case Study</a:t>
            </a:r>
            <a:endParaRPr lang="en-IN" sz="2667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2E6A4-1B30-2A51-962E-A04D0F0C587B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AD03F-C03A-BA6F-AD41-C59F777FD572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2E63F-4726-CB52-B352-DBDCB2F67F43}"/>
              </a:ext>
            </a:extLst>
          </p:cNvPr>
          <p:cNvSpPr txBox="1"/>
          <p:nvPr/>
        </p:nvSpPr>
        <p:spPr>
          <a:xfrm>
            <a:off x="467360" y="1744188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Increase Website Traffic, Generate Quality Leads, Improve Brand Visibility, Boost Course Enrolments &amp; Maximise ROI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AF8FF-645B-9138-BD94-471DAAA715B2}"/>
              </a:ext>
            </a:extLst>
          </p:cNvPr>
          <p:cNvSpPr txBox="1"/>
          <p:nvPr/>
        </p:nvSpPr>
        <p:spPr>
          <a:xfrm>
            <a:off x="467360" y="151474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Objective:</a:t>
            </a:r>
            <a:endParaRPr lang="en-IN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B27F2-2F5F-047D-C679-437CFF4DE6A8}"/>
              </a:ext>
            </a:extLst>
          </p:cNvPr>
          <p:cNvSpPr txBox="1"/>
          <p:nvPr/>
        </p:nvSpPr>
        <p:spPr>
          <a:xfrm>
            <a:off x="467360" y="2522287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Targeted high-intent keywords related to computer courses.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4E1E3-5191-22BB-966F-B5334333E4FE}"/>
              </a:ext>
            </a:extLst>
          </p:cNvPr>
          <p:cNvSpPr txBox="1"/>
          <p:nvPr/>
        </p:nvSpPr>
        <p:spPr>
          <a:xfrm>
            <a:off x="467360" y="2292844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1. Search Campaign Strategy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5E7C5D-E759-7E12-A542-60040CBE6E2C}"/>
              </a:ext>
            </a:extLst>
          </p:cNvPr>
          <p:cNvSpPr txBox="1"/>
          <p:nvPr/>
        </p:nvSpPr>
        <p:spPr>
          <a:xfrm>
            <a:off x="467360" y="319920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Separate ad groups for each course to improve relevant and Quality Score.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7C0748-BD29-2FEF-BAD7-E0E52D4C26AA}"/>
              </a:ext>
            </a:extLst>
          </p:cNvPr>
          <p:cNvSpPr txBox="1"/>
          <p:nvPr/>
        </p:nvSpPr>
        <p:spPr>
          <a:xfrm>
            <a:off x="467360" y="296976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2. Structure Ad Groups</a:t>
            </a:r>
            <a:endParaRPr lang="en-IN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60B993-662E-6994-FB29-1B1ADBFF8E11}"/>
              </a:ext>
            </a:extLst>
          </p:cNvPr>
          <p:cNvSpPr txBox="1"/>
          <p:nvPr/>
        </p:nvSpPr>
        <p:spPr>
          <a:xfrm>
            <a:off x="467360" y="389575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Mobile-friendly design with strong call-to-action buttons.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44D57-581D-8D9C-44D7-E3C500B093F2}"/>
              </a:ext>
            </a:extLst>
          </p:cNvPr>
          <p:cNvSpPr txBox="1"/>
          <p:nvPr/>
        </p:nvSpPr>
        <p:spPr>
          <a:xfrm>
            <a:off x="467360" y="366631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3. Optimized Wix Landing Page</a:t>
            </a:r>
            <a:endParaRPr lang="en-IN" sz="3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72D32-6FFA-2B2E-A61D-E978C7321130}"/>
              </a:ext>
            </a:extLst>
          </p:cNvPr>
          <p:cNvSpPr txBox="1"/>
          <p:nvPr/>
        </p:nvSpPr>
        <p:spPr>
          <a:xfrm>
            <a:off x="467360" y="4592304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Measure form submission and call clicks for performance analysis.</a:t>
            </a:r>
            <a:endParaRPr lang="en-IN" sz="2133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DE3F85-33A0-2142-457C-EA94EA480FF8}"/>
              </a:ext>
            </a:extLst>
          </p:cNvPr>
          <p:cNvSpPr txBox="1"/>
          <p:nvPr/>
        </p:nvSpPr>
        <p:spPr>
          <a:xfrm>
            <a:off x="467360" y="436286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4. Conversion Tracking Setup</a:t>
            </a:r>
            <a:endParaRPr lang="en-IN" sz="2133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4006E8-CA04-E788-278C-419594373AF5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5C6CEA-6D7F-C25F-22D4-8925B28B6B1C}"/>
              </a:ext>
            </a:extLst>
          </p:cNvPr>
          <p:cNvSpPr txBox="1"/>
          <p:nvPr/>
        </p:nvSpPr>
        <p:spPr>
          <a:xfrm>
            <a:off x="467360" y="5279729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Used “Maximize Conversions” to optimize ad spend automatically.</a:t>
            </a:r>
            <a:endParaRPr lang="en-IN" sz="2133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12AC33-B86F-6A97-DD48-8D95718642BD}"/>
              </a:ext>
            </a:extLst>
          </p:cNvPr>
          <p:cNvSpPr txBox="1"/>
          <p:nvPr/>
        </p:nvSpPr>
        <p:spPr>
          <a:xfrm>
            <a:off x="467360" y="5050286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5. Smart Bidding Strategy</a:t>
            </a:r>
            <a:endParaRPr lang="en-IN" sz="2133" b="1" dirty="0"/>
          </a:p>
        </p:txBody>
      </p:sp>
    </p:spTree>
    <p:extLst>
      <p:ext uri="{BB962C8B-B14F-4D97-AF65-F5344CB8AC3E}">
        <p14:creationId xmlns:p14="http://schemas.microsoft.com/office/powerpoint/2010/main" val="4107449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EFC037-C0FA-98F3-76BE-221022B9B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7" r="926" b="4887"/>
          <a:stretch>
            <a:fillRect/>
          </a:stretch>
        </p:blipFill>
        <p:spPr>
          <a:xfrm>
            <a:off x="28859" y="1080120"/>
            <a:ext cx="12134283" cy="59175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753F62-210F-88B4-26C8-E905E7B51BAF}"/>
              </a:ext>
            </a:extLst>
          </p:cNvPr>
          <p:cNvSpPr/>
          <p:nvPr/>
        </p:nvSpPr>
        <p:spPr>
          <a:xfrm>
            <a:off x="0" y="0"/>
            <a:ext cx="12163141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GOOGLE ADS OVERVIEW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72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F302A-90FC-7480-C009-51885088E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5" b="5966"/>
          <a:stretch>
            <a:fillRect/>
          </a:stretch>
        </p:blipFill>
        <p:spPr>
          <a:xfrm>
            <a:off x="0" y="1080120"/>
            <a:ext cx="12163141" cy="57778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44D8C6-33DF-A8A3-0B3E-1303CB91482B}"/>
              </a:ext>
            </a:extLst>
          </p:cNvPr>
          <p:cNvSpPr/>
          <p:nvPr/>
        </p:nvSpPr>
        <p:spPr>
          <a:xfrm>
            <a:off x="0" y="0"/>
            <a:ext cx="12163141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GOOGLE ADS OVERVIEW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671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0E00-D999-9549-85C6-9E01B8BE7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69F269-108F-E9F1-61D1-5B662BD5F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5062"/>
          <a:stretch>
            <a:fillRect/>
          </a:stretch>
        </p:blipFill>
        <p:spPr>
          <a:xfrm>
            <a:off x="0" y="1080120"/>
            <a:ext cx="12163141" cy="5777880"/>
          </a:xfrm>
          <a:prstGeom prst="rect">
            <a:avLst/>
          </a:prstGeom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D3AD75-D5D7-C089-88F2-16DB379224F6}"/>
              </a:ext>
            </a:extLst>
          </p:cNvPr>
          <p:cNvSpPr/>
          <p:nvPr/>
        </p:nvSpPr>
        <p:spPr>
          <a:xfrm>
            <a:off x="0" y="0"/>
            <a:ext cx="12163141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GOOGLE ADS OVERVIEW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441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906164-6D4E-1DFE-C4D8-208BCAE466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3" t="21667" r="10069" b="18148"/>
          <a:stretch/>
        </p:blipFill>
        <p:spPr>
          <a:xfrm>
            <a:off x="0" y="1080120"/>
            <a:ext cx="12192000" cy="57778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8DE2B2-CCD4-5075-43C5-022D2DE60286}"/>
              </a:ext>
            </a:extLst>
          </p:cNvPr>
          <p:cNvSpPr/>
          <p:nvPr/>
        </p:nvSpPr>
        <p:spPr>
          <a:xfrm>
            <a:off x="0" y="0"/>
            <a:ext cx="12163141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GOOGLE Dashboard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466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5D49F-90AC-53C5-139B-2C86E88D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DFF252-53AC-F78F-7E72-5056C8F62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766" r="601" b="4938"/>
          <a:stretch>
            <a:fillRect/>
          </a:stretch>
        </p:blipFill>
        <p:spPr>
          <a:xfrm>
            <a:off x="1" y="1080120"/>
            <a:ext cx="12191999" cy="57778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ECCC3D-550C-4146-8065-6C0DF455D9E7}"/>
              </a:ext>
            </a:extLst>
          </p:cNvPr>
          <p:cNvSpPr/>
          <p:nvPr/>
        </p:nvSpPr>
        <p:spPr>
          <a:xfrm>
            <a:off x="0" y="0"/>
            <a:ext cx="12163141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GOOGLE CAMPAIGN OBJECTIVE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207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F95A-C988-E42E-34BA-31D26B98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D979E1-3B6E-D514-D0B7-8ECEB44AE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3" r="926" b="4938"/>
          <a:stretch>
            <a:fillRect/>
          </a:stretch>
        </p:blipFill>
        <p:spPr>
          <a:xfrm>
            <a:off x="0" y="1080120"/>
            <a:ext cx="12192000" cy="57778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0E9DFA-D1E4-1FD7-C373-5232EBAB2906}"/>
              </a:ext>
            </a:extLst>
          </p:cNvPr>
          <p:cNvSpPr/>
          <p:nvPr/>
        </p:nvSpPr>
        <p:spPr>
          <a:xfrm>
            <a:off x="0" y="0"/>
            <a:ext cx="12163141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GOOGLE CAMPAIGN OBJECTIVE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27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46D9C2-3D65-C2E8-5C44-AB76461C7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4939"/>
          <a:stretch>
            <a:fillRect/>
          </a:stretch>
        </p:blipFill>
        <p:spPr>
          <a:xfrm>
            <a:off x="0" y="1080120"/>
            <a:ext cx="12192000" cy="57778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68457A-B698-A51B-1855-63474C515640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PERFORMANCE MAX ( Bidding)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522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62DBE-EF15-62B3-CF44-10FC8924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EA4A10-50B4-A035-EA7E-0FA44596EA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1" b="19999"/>
          <a:stretch/>
        </p:blipFill>
        <p:spPr>
          <a:xfrm>
            <a:off x="0" y="1080120"/>
            <a:ext cx="12103100" cy="57778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737804-00D4-4512-F7DE-73191EDADFEC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PERFORMANCE MAX ( Campaign)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024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14BEB-E4D9-C763-AEF9-C4FDEBAFD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4" b="6666"/>
          <a:stretch/>
        </p:blipFill>
        <p:spPr>
          <a:xfrm>
            <a:off x="0" y="1080120"/>
            <a:ext cx="12191999" cy="5777880"/>
          </a:xfrm>
          <a:prstGeom prst="rect">
            <a:avLst/>
          </a:prstGeom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A2647D-0E16-F750-1B9B-59323CC10E6F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PERFORMANCE MAX ( Campaign)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817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096A2-8582-BE1E-8DD1-25D6BBF5E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724D45-F47B-7F8B-984F-DE77B961FC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 b="18333"/>
          <a:stretch/>
        </p:blipFill>
        <p:spPr>
          <a:xfrm>
            <a:off x="0" y="1080120"/>
            <a:ext cx="12191999" cy="5777880"/>
          </a:xfrm>
          <a:prstGeom prst="rect">
            <a:avLst/>
          </a:prstGeom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1657DE-CD36-27EA-0D2E-688F95EF5387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PERFORMANCE MAX ( Asset Group)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389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17823-871D-469B-616E-A8153C3B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AD154C-AF31-2E28-29B3-8785F11F6F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1" t="5369" b="7778"/>
          <a:stretch/>
        </p:blipFill>
        <p:spPr>
          <a:xfrm>
            <a:off x="0" y="1080120"/>
            <a:ext cx="12192000" cy="5758830"/>
          </a:xfrm>
          <a:prstGeom prst="rect">
            <a:avLst/>
          </a:prstGeom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BA769A6-83E9-8D94-E0B2-78535BBFE3D2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PERFORMANCE MAX ( Asset Group)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783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DFEDC-FED6-8C25-A38A-EBD482B8D7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9" r="25116" b="6111"/>
          <a:stretch/>
        </p:blipFill>
        <p:spPr>
          <a:xfrm>
            <a:off x="0" y="1080120"/>
            <a:ext cx="12192000" cy="5777880"/>
          </a:xfrm>
          <a:prstGeom prst="rect">
            <a:avLst/>
          </a:prstGeom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D1620E-4CC1-D243-2161-79BC6F49BEE0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PERFORMANCE MAX ( Asset Group)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514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BDF97-7B88-6216-EFE8-74C914638E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1080120"/>
            <a:ext cx="12191999" cy="5777880"/>
          </a:xfrm>
          <a:prstGeom prst="rect">
            <a:avLst/>
          </a:prstGeom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C55157-CA12-CEBA-7B20-EA472C817A53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PERFORMANCE MAX ( Asset Group)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148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72D4E-3B1D-EE9B-7C96-A11D926F2F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29" b="3729"/>
          <a:stretch/>
        </p:blipFill>
        <p:spPr>
          <a:xfrm>
            <a:off x="0" y="851520"/>
            <a:ext cx="12192000" cy="6006480"/>
          </a:xfrm>
          <a:prstGeom prst="rect">
            <a:avLst/>
          </a:prstGeom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EA0CD57-9F91-5D8F-7D51-2486A1335EE8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PERFORMANCE MAX ( Asset Group)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481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1C4E1-220D-DE00-C036-49074F3DF8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10740"/>
          <a:stretch/>
        </p:blipFill>
        <p:spPr>
          <a:xfrm>
            <a:off x="0" y="1080120"/>
            <a:ext cx="12192000" cy="5777880"/>
          </a:xfrm>
          <a:prstGeom prst="rect">
            <a:avLst/>
          </a:prstGeom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419764-E494-AC9A-8640-8986114AFA0E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PERFORMANCE MAX ( Budget)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978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F59C5F-1005-C1BA-C976-3B26DCF210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7" t="17408" r="13426" b="5555"/>
          <a:stretch/>
        </p:blipFill>
        <p:spPr>
          <a:xfrm>
            <a:off x="0" y="1080120"/>
            <a:ext cx="12192000" cy="5777880"/>
          </a:xfrm>
          <a:prstGeom prst="rect">
            <a:avLst/>
          </a:prstGeom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1ACCFE-B812-5B1D-5CF1-4EB7C0CE8B51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CAMPAIGN READY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655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B7F37-143C-A2B4-589E-C548A31264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2037" r="29051" b="19259"/>
          <a:stretch/>
        </p:blipFill>
        <p:spPr>
          <a:xfrm>
            <a:off x="1409704" y="1333498"/>
            <a:ext cx="3251200" cy="502920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A09D25-2916-B3E4-B5ED-EFED913C6D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4208" r="28820" b="9815"/>
          <a:stretch/>
        </p:blipFill>
        <p:spPr>
          <a:xfrm>
            <a:off x="7378696" y="1333499"/>
            <a:ext cx="3251200" cy="50292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277659-19C2-1996-45C3-CC8BF8F2D825}"/>
              </a:ext>
            </a:extLst>
          </p:cNvPr>
          <p:cNvSpPr/>
          <p:nvPr/>
        </p:nvSpPr>
        <p:spPr>
          <a:xfrm>
            <a:off x="0" y="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CAMPAIGN READY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74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9F0E00-F7AC-3D5B-7079-F91BCC795E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2408" r="29166" b="10370"/>
          <a:stretch/>
        </p:blipFill>
        <p:spPr>
          <a:xfrm>
            <a:off x="1485899" y="1295400"/>
            <a:ext cx="3035301" cy="502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754F5F-57A9-2D1B-9BE1-7A6866E3E7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2408" r="29051" b="10000"/>
          <a:stretch/>
        </p:blipFill>
        <p:spPr>
          <a:xfrm>
            <a:off x="7302500" y="1295400"/>
            <a:ext cx="3200400" cy="5029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368C2D-0F7C-451F-FD72-D4D0558FB48D}"/>
              </a:ext>
            </a:extLst>
          </p:cNvPr>
          <p:cNvSpPr/>
          <p:nvPr/>
        </p:nvSpPr>
        <p:spPr>
          <a:xfrm>
            <a:off x="0" y="12700"/>
            <a:ext cx="12192000" cy="10801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CAMPAIGN READY</a:t>
            </a:r>
            <a:endParaRPr lang="en-IN" sz="4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66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EF2111-BDD5-E8D9-09F3-3B0B3F79B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348" y="1953813"/>
            <a:ext cx="4170475" cy="295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2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386</Words>
  <Application>Microsoft Office PowerPoint</Application>
  <PresentationFormat>Widescreen</PresentationFormat>
  <Paragraphs>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Calibri-Bold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Khushwant Ucheniya</dc:creator>
  <cp:lastModifiedBy>HP</cp:lastModifiedBy>
  <cp:revision>5</cp:revision>
  <dcterms:created xsi:type="dcterms:W3CDTF">2026-09-24T08:01:05Z</dcterms:created>
  <dcterms:modified xsi:type="dcterms:W3CDTF">2026-10-09T07:51:13Z</dcterms:modified>
</cp:coreProperties>
</file>