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4" r:id="rId3"/>
    <p:sldId id="283" r:id="rId4"/>
    <p:sldId id="278" r:id="rId5"/>
    <p:sldId id="256" r:id="rId6"/>
    <p:sldId id="257" r:id="rId7"/>
    <p:sldId id="259" r:id="rId8"/>
    <p:sldId id="261" r:id="rId9"/>
    <p:sldId id="262" r:id="rId10"/>
    <p:sldId id="265" r:id="rId11"/>
    <p:sldId id="266" r:id="rId12"/>
    <p:sldId id="271" r:id="rId13"/>
    <p:sldId id="268" r:id="rId14"/>
    <p:sldId id="269" r:id="rId15"/>
    <p:sldId id="270" r:id="rId16"/>
    <p:sldId id="272" r:id="rId17"/>
    <p:sldId id="273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5DF4-A652-12F0-F0EE-48C74A85E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CF5295-F90A-140A-ABFA-8DD9F8D513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27928-2027-88BD-5D26-F15B8F1BD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A5BE-4246-4360-BF05-7FE1842F03E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6679D-2871-1400-0558-5329A8874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C1B0F-0D86-236E-8F3F-C1ACB9991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91F9-3672-4074-9AD2-6A17D4522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362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DCEFA-BE91-DDBF-8B36-965B30B87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362CE-8194-00C6-DBF0-D8043335C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6205B-799D-1924-D4A6-A7B65BBCE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A5BE-4246-4360-BF05-7FE1842F03E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2B2B8-4083-ED86-F375-5245E5D4F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026EC-A901-2A2A-E82F-E271F5E28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91F9-3672-4074-9AD2-6A17D4522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71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21332-19C2-DDE7-A5F0-143C20D0B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A55B1-2626-C995-88F3-968DC028B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6D67F-BABA-657F-FD4D-8F4BADEC8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A5BE-4246-4360-BF05-7FE1842F03E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2D944-9337-5156-9C1E-96CED0B64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D22B5-EA9B-263A-668D-08CFE9124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91F9-3672-4074-9AD2-6A17D4522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615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904FC-21CD-2BA1-E0D5-BFB3F45E9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00290-A33C-BBFB-17A0-49D93E1C35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D5B79D-6BDB-E9DF-6630-2217285E9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BB2CA-F83B-5351-E562-2B372E59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A5BE-4246-4360-BF05-7FE1842F03E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7BD34-A4C9-2944-4309-7F75C2F56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B18F7-B9E5-8316-F5D7-C13CEDDED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91F9-3672-4074-9AD2-6A17D4522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469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43EFE-348E-491C-F642-C62CC3993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16968-8B8A-F664-56FB-B0E12E20A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2EA38-E770-3983-1DE5-4D5531686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F40F8A-4F1C-4689-4305-C8F7A23B6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D323FD-7B1B-88B5-565C-CC0AF89671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33A6AF-5809-AC20-D078-BCCD11361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A5BE-4246-4360-BF05-7FE1842F03E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73D1D-A6FB-ABED-E0DC-635E44FB7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26B6FF-E688-F0EE-ECB2-600BBAE8C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91F9-3672-4074-9AD2-6A17D4522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7C57D-4442-62DF-D2B1-8CD747C39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97433D-6164-E22B-0D17-B2F59843D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A5BE-4246-4360-BF05-7FE1842F03E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497D3E-6F47-70DB-27AE-78B4C6B1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E34342-8D6A-4400-0842-BC4C9CC25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91F9-3672-4074-9AD2-6A17D4522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51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971481-9492-2F97-D269-C7AD1C0C8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A5BE-4246-4360-BF05-7FE1842F03E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104B3C-EA22-22C8-7DD7-0BCEAAB6A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7385A-1577-B81E-1F8A-EF71DCAA0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91F9-3672-4074-9AD2-6A17D4522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769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0EE0-A1DD-6156-FC9E-320AD7B04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0140A-6E13-D53A-F6EF-17ADDAB13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10C17-6E67-0249-AFD6-D436EA8FD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63589-CFA2-08F0-AAB7-2531B8F97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A5BE-4246-4360-BF05-7FE1842F03E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62AE8-25D7-6390-A5A4-94F75C444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2018A-5443-2B7C-261C-1359CF676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91F9-3672-4074-9AD2-6A17D4522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2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E0E84-6D6E-C9D8-280B-B0BE694A3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9F1F82-B88D-BC4D-DAF2-2D4D4493F8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4F8658-F20E-3F3D-3872-40BAF2E9C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98402-4CA0-36C1-CF6C-15D3233A5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A5BE-4246-4360-BF05-7FE1842F03E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DFA1F8-5F41-1348-1FDD-53D04D1D6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EB5B8-E14E-FF26-2E26-9A2C60948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91F9-3672-4074-9AD2-6A17D4522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509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AA9D7-BF02-D5EC-75F8-E88C46BE5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EA6244-AF95-7BF3-504E-E7078FD50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2BB93-C7B2-DE5A-2753-3DBB5A937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A5BE-4246-4360-BF05-7FE1842F03E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56A9E-63C9-59F2-6269-ABFA3DDB9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366C4-032F-0722-806C-FE18D7A2C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91F9-3672-4074-9AD2-6A17D4522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399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DD853A-38DB-C986-3A7C-E2032CC434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029494-41D2-0E6F-8343-CF2918456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2814D-1E69-1346-5B63-68CE7A7DA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A5BE-4246-4360-BF05-7FE1842F03E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BABA6-5277-3BCF-25C5-E001D7472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42D57-F492-553E-497B-6FC0199E6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91F9-3672-4074-9AD2-6A17D4522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630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B104EA-E1B8-ECED-2DA4-DA9C6A2A0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06866-6AD3-1B42-C2E8-825C12C1F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13FAB-3365-18D2-6337-546E352744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FA5BE-4246-4360-BF05-7FE1842F03E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15F41-74D0-E0E6-446B-88840B48F5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0D276-3890-268F-66F6-C80439A7DD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391F9-3672-4074-9AD2-6A17D4522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192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dezyneecole.com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65BF2C-C4B2-3C96-B2F1-DE63E4A76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965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47A0B2F8-FEB7-A80B-93EA-0E99FBF7F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3453" y="895630"/>
            <a:ext cx="7691120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Assignment Folio of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Submitted to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Dezyne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École College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Toward Digital Marketing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By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B</a:t>
            </a:r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CA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3</a:t>
            </a:r>
            <a:r>
              <a:rPr lang="en-US" altLang="en-US" sz="1600" baseline="30000" dirty="0">
                <a:solidFill>
                  <a:srgbClr val="000000"/>
                </a:solidFill>
                <a:ea typeface="Calibri" panose="020F0502020204030204" pitchFamily="34" charset="0"/>
              </a:rPr>
              <a:t>rd</a:t>
            </a:r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Semester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Bharat Raj Bagri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66DFAC-ECD3-5B51-15C0-503B39FFB40E}"/>
              </a:ext>
            </a:extLst>
          </p:cNvPr>
          <p:cNvSpPr txBox="1"/>
          <p:nvPr/>
        </p:nvSpPr>
        <p:spPr>
          <a:xfrm>
            <a:off x="146536" y="250346"/>
            <a:ext cx="2813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2F5597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lang="en-IN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63BF53-DD9F-3CB4-BC8B-C87093524426}"/>
              </a:ext>
            </a:extLst>
          </p:cNvPr>
          <p:cNvSpPr txBox="1"/>
          <p:nvPr/>
        </p:nvSpPr>
        <p:spPr>
          <a:xfrm>
            <a:off x="8037980" y="-52301"/>
            <a:ext cx="609824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</a:pPr>
            <a:r>
              <a:rPr lang="en-US" alt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Report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3ACAA7-2DF2-3ACB-3F85-5519920F476F}"/>
              </a:ext>
            </a:extLst>
          </p:cNvPr>
          <p:cNvSpPr txBox="1"/>
          <p:nvPr/>
        </p:nvSpPr>
        <p:spPr>
          <a:xfrm>
            <a:off x="0" y="558123"/>
            <a:ext cx="26974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FOLIO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17C734-F204-FFEC-E2A9-6444EFC63B5F}"/>
              </a:ext>
            </a:extLst>
          </p:cNvPr>
          <p:cNvSpPr txBox="1"/>
          <p:nvPr/>
        </p:nvSpPr>
        <p:spPr>
          <a:xfrm>
            <a:off x="2102351" y="5551968"/>
            <a:ext cx="70933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Dezyne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École College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106/10, Civil Lines, Ajmer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2"/>
              </a:rPr>
              <a:t>www.dezyneecole.com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54FAE1-65BB-70CF-F4D8-B1F9E232C5AA}"/>
              </a:ext>
            </a:extLst>
          </p:cNvPr>
          <p:cNvSpPr txBox="1"/>
          <p:nvPr/>
        </p:nvSpPr>
        <p:spPr>
          <a:xfrm>
            <a:off x="4820342" y="4419146"/>
            <a:ext cx="1657339" cy="95306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7096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1DF5564-D3A6-89DD-ECD3-766386684855}"/>
              </a:ext>
            </a:extLst>
          </p:cNvPr>
          <p:cNvCxnSpPr/>
          <p:nvPr/>
        </p:nvCxnSpPr>
        <p:spPr>
          <a:xfrm>
            <a:off x="12588240" y="3657600"/>
            <a:ext cx="914400" cy="914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91883C-DD71-09CE-FBD5-D16F960A8315}"/>
              </a:ext>
            </a:extLst>
          </p:cNvPr>
          <p:cNvCxnSpPr>
            <a:cxnSpLocks/>
          </p:cNvCxnSpPr>
          <p:nvPr/>
        </p:nvCxnSpPr>
        <p:spPr>
          <a:xfrm>
            <a:off x="658761" y="642700"/>
            <a:ext cx="1064833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B192AB2-48E6-2FF0-6FED-D29F3D00ADBC}"/>
              </a:ext>
            </a:extLst>
          </p:cNvPr>
          <p:cNvSpPr txBox="1"/>
          <p:nvPr/>
        </p:nvSpPr>
        <p:spPr>
          <a:xfrm>
            <a:off x="9900327" y="236255"/>
            <a:ext cx="2813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Acknowledgement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4AD16-5455-FA90-74B7-921FD88E8414}"/>
              </a:ext>
            </a:extLst>
          </p:cNvPr>
          <p:cNvSpPr txBox="1"/>
          <p:nvPr/>
        </p:nvSpPr>
        <p:spPr>
          <a:xfrm>
            <a:off x="462872" y="236255"/>
            <a:ext cx="2813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2F5597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lang="en-IN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B81F82-E746-2814-8C2D-CD28B2FAFFFC}"/>
              </a:ext>
            </a:extLst>
          </p:cNvPr>
          <p:cNvSpPr txBox="1"/>
          <p:nvPr/>
        </p:nvSpPr>
        <p:spPr>
          <a:xfrm>
            <a:off x="462871" y="705178"/>
            <a:ext cx="2813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FOLIO</a:t>
            </a:r>
            <a:endParaRPr lang="en-US" altLang="en-US" sz="1400" dirty="0">
              <a:latin typeface="Arial" panose="020B0604020202020204" pitchFamily="34" charset="0"/>
            </a:endParaRPr>
          </a:p>
          <a:p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1C935-C8F8-9D05-51B6-816A1B224FF6}"/>
              </a:ext>
            </a:extLst>
          </p:cNvPr>
          <p:cNvSpPr txBox="1"/>
          <p:nvPr/>
        </p:nvSpPr>
        <p:spPr>
          <a:xfrm>
            <a:off x="462871" y="1228398"/>
            <a:ext cx="1099170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take this opportunity to express our sincere gratitude to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Dezyne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École College for providing us with the knowledge, resources, and guidance essential to the successful completion of this project. 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deepest thanks to our respected Principal, Dr. Vinita Mathur, for her visionary leadership and continuous encouragement. Her commitment to academic excellence and student growth has been a constant source of motivation and pride. 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are equally thankful to all our faculty members for their consistent support, expert advice, and valuable insights that shaped our learning and helped us achieve this milestone. 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Lastly, we extend heartfelt thanks to everyone who directly or indirectly contributed to the success of this project.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are proud to be part of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Dezyne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École College, an institution that truly nurtures professionalism, innovation, and purpose.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sincere appreciation,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Bharat Raj Bagri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– BCA  </a:t>
            </a:r>
          </a:p>
          <a:p>
            <a:pPr>
              <a:lnSpc>
                <a:spcPct val="150000"/>
              </a:lnSpc>
            </a:pP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Dezyne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École College, Ajmer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991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ED4B66-2023-E32C-2937-0E7FC831F41C}"/>
              </a:ext>
            </a:extLst>
          </p:cNvPr>
          <p:cNvSpPr txBox="1"/>
          <p:nvPr/>
        </p:nvSpPr>
        <p:spPr>
          <a:xfrm>
            <a:off x="508000" y="78740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</a:t>
            </a:r>
            <a:endParaRPr lang="en-IN" sz="1867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C0A0C0-768A-E5F3-9E48-B54AFDFB5A6E}"/>
              </a:ext>
            </a:extLst>
          </p:cNvPr>
          <p:cNvSpPr txBox="1"/>
          <p:nvPr/>
        </p:nvSpPr>
        <p:spPr>
          <a:xfrm>
            <a:off x="9296400" y="416841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/>
              <a:t>Case Study</a:t>
            </a:r>
            <a:endParaRPr lang="en-IN" sz="2667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10DA8E-7454-9694-C7DD-99E62651A217}"/>
              </a:ext>
            </a:extLst>
          </p:cNvPr>
          <p:cNvSpPr txBox="1"/>
          <p:nvPr/>
        </p:nvSpPr>
        <p:spPr>
          <a:xfrm>
            <a:off x="518160" y="386080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</a:rPr>
              <a:t>Digital Marketing</a:t>
            </a:r>
            <a:endParaRPr lang="en-IN" sz="2667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E223FA-2E6C-E17E-223E-B6E399A192E0}"/>
              </a:ext>
            </a:extLst>
          </p:cNvPr>
          <p:cNvSpPr txBox="1"/>
          <p:nvPr/>
        </p:nvSpPr>
        <p:spPr>
          <a:xfrm>
            <a:off x="513080" y="603313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4FE661-D11A-3486-5125-E7CB80A97CC5}"/>
              </a:ext>
            </a:extLst>
          </p:cNvPr>
          <p:cNvSpPr txBox="1"/>
          <p:nvPr/>
        </p:nvSpPr>
        <p:spPr>
          <a:xfrm>
            <a:off x="467360" y="1744188"/>
            <a:ext cx="10708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Increase Instagram Profile Visits, Boost Brand Awareness, Grow Followers Organically, Increase Engagement Rate &amp; Improve Content Reach.</a:t>
            </a:r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A44A88-117B-201C-65D8-BFAF98CA70CB}"/>
              </a:ext>
            </a:extLst>
          </p:cNvPr>
          <p:cNvSpPr txBox="1"/>
          <p:nvPr/>
        </p:nvSpPr>
        <p:spPr>
          <a:xfrm>
            <a:off x="467360" y="1514745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Objective:</a:t>
            </a:r>
            <a:endParaRPr lang="en-IN" sz="2667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E4F8DD-4DB4-FC6A-4E0B-84999AB1DAF7}"/>
              </a:ext>
            </a:extLst>
          </p:cNvPr>
          <p:cNvSpPr txBox="1"/>
          <p:nvPr/>
        </p:nvSpPr>
        <p:spPr>
          <a:xfrm>
            <a:off x="508000" y="2564286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Selected the “Traffic” objective in Meta Ads Manager to drive Instagram profile visits.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3EE0AE-DEAD-EAA7-29E1-D18BC4C0ADFB}"/>
              </a:ext>
            </a:extLst>
          </p:cNvPr>
          <p:cNvSpPr txBox="1"/>
          <p:nvPr/>
        </p:nvSpPr>
        <p:spPr>
          <a:xfrm>
            <a:off x="467360" y="2292844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1. Traffic Campaign Objective</a:t>
            </a:r>
            <a:endParaRPr lang="en-IN" sz="1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589F90-89E5-6393-4BD4-0B2472758F95}"/>
              </a:ext>
            </a:extLst>
          </p:cNvPr>
          <p:cNvSpPr txBox="1"/>
          <p:nvPr/>
        </p:nvSpPr>
        <p:spPr>
          <a:xfrm>
            <a:off x="467360" y="3199203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Targeted users based on age, interests, behavior, and location.</a:t>
            </a:r>
            <a:endParaRPr lang="en-IN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102548-DF75-7521-5F92-BF95B6A5A316}"/>
              </a:ext>
            </a:extLst>
          </p:cNvPr>
          <p:cNvSpPr txBox="1"/>
          <p:nvPr/>
        </p:nvSpPr>
        <p:spPr>
          <a:xfrm>
            <a:off x="467360" y="2969760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2. Audience Targeting</a:t>
            </a:r>
            <a:endParaRPr lang="en-IN" sz="3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10500A-511D-1156-7C8C-89268CAF5A63}"/>
              </a:ext>
            </a:extLst>
          </p:cNvPr>
          <p:cNvSpPr txBox="1"/>
          <p:nvPr/>
        </p:nvSpPr>
        <p:spPr>
          <a:xfrm>
            <a:off x="467360" y="3895753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Used eye-catching Reels, carousel posts, and strong captions</a:t>
            </a:r>
            <a:endParaRPr lang="en-IN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624D0C-9206-E8E3-0046-1DE813053070}"/>
              </a:ext>
            </a:extLst>
          </p:cNvPr>
          <p:cNvSpPr txBox="1"/>
          <p:nvPr/>
        </p:nvSpPr>
        <p:spPr>
          <a:xfrm>
            <a:off x="467360" y="3666311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3.Engaging Creative Content</a:t>
            </a:r>
            <a:endParaRPr lang="en-IN" sz="2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84B29B-5E1D-1B94-F544-854B103C9D8B}"/>
              </a:ext>
            </a:extLst>
          </p:cNvPr>
          <p:cNvSpPr txBox="1"/>
          <p:nvPr/>
        </p:nvSpPr>
        <p:spPr>
          <a:xfrm>
            <a:off x="467360" y="4592304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Used “Visit Instagram Profile” to direct users instantly</a:t>
            </a:r>
            <a:endParaRPr lang="en-IN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ED6B28-99F0-F7BB-44B0-72F3D6991CAA}"/>
              </a:ext>
            </a:extLst>
          </p:cNvPr>
          <p:cNvSpPr txBox="1"/>
          <p:nvPr/>
        </p:nvSpPr>
        <p:spPr>
          <a:xfrm>
            <a:off x="467360" y="4362861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4. Call-to-Action Button</a:t>
            </a:r>
            <a:endParaRPr lang="en-IN" sz="2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F53B0F-12A2-1F91-3480-D0638CECC888}"/>
              </a:ext>
            </a:extLst>
          </p:cNvPr>
          <p:cNvSpPr txBox="1"/>
          <p:nvPr/>
        </p:nvSpPr>
        <p:spPr>
          <a:xfrm>
            <a:off x="528320" y="6287270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558A10-2529-AD8A-7D1F-050E1EADD53F}"/>
              </a:ext>
            </a:extLst>
          </p:cNvPr>
          <p:cNvSpPr txBox="1"/>
          <p:nvPr/>
        </p:nvSpPr>
        <p:spPr>
          <a:xfrm>
            <a:off x="467360" y="5279729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Monitored metrics like CTR, Profile Visits, CPC, and Engagement Rate</a:t>
            </a:r>
            <a:endParaRPr lang="en-IN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4E69A5-30EA-F79A-56F6-5756B78DD2E2}"/>
              </a:ext>
            </a:extLst>
          </p:cNvPr>
          <p:cNvSpPr txBox="1"/>
          <p:nvPr/>
        </p:nvSpPr>
        <p:spPr>
          <a:xfrm>
            <a:off x="467360" y="5050286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5. Performance Tracking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043196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ED9BC1-5332-48F3-DD57-4EBF8C6F66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69"/>
          <a:stretch/>
        </p:blipFill>
        <p:spPr>
          <a:xfrm>
            <a:off x="0" y="793376"/>
            <a:ext cx="12192000" cy="606462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F55DA3E-CE49-884D-B8EC-3D537CE907F4}"/>
              </a:ext>
            </a:extLst>
          </p:cNvPr>
          <p:cNvSpPr/>
          <p:nvPr/>
        </p:nvSpPr>
        <p:spPr>
          <a:xfrm>
            <a:off x="0" y="13447"/>
            <a:ext cx="12192000" cy="92784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Meta Overview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3899666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AECA49-A7D5-ED32-97EA-3EF742DD36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65"/>
          <a:stretch/>
        </p:blipFill>
        <p:spPr>
          <a:xfrm>
            <a:off x="0" y="806823"/>
            <a:ext cx="12192000" cy="60511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4028589-4379-3BFA-AA14-DE4B8BD52F6C}"/>
              </a:ext>
            </a:extLst>
          </p:cNvPr>
          <p:cNvSpPr/>
          <p:nvPr/>
        </p:nvSpPr>
        <p:spPr>
          <a:xfrm>
            <a:off x="0" y="0"/>
            <a:ext cx="12192000" cy="9547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Meta Overview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1726356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834F57-7DE2-100D-E7BE-F86BF4AEC5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88"/>
          <a:stretch/>
        </p:blipFill>
        <p:spPr>
          <a:xfrm>
            <a:off x="0" y="954741"/>
            <a:ext cx="12192000" cy="590325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2F2CE36-A720-F32E-37AD-04390DFC6D28}"/>
              </a:ext>
            </a:extLst>
          </p:cNvPr>
          <p:cNvSpPr/>
          <p:nvPr/>
        </p:nvSpPr>
        <p:spPr>
          <a:xfrm>
            <a:off x="0" y="-13446"/>
            <a:ext cx="12192000" cy="96818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Business Information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1533802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4CB445-4234-B0F6-5750-4DA8E1B085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88"/>
          <a:stretch/>
        </p:blipFill>
        <p:spPr>
          <a:xfrm>
            <a:off x="0" y="1021977"/>
            <a:ext cx="12192000" cy="58763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E883290-2D33-D651-8C87-3F8E4C906263}"/>
              </a:ext>
            </a:extLst>
          </p:cNvPr>
          <p:cNvSpPr/>
          <p:nvPr/>
        </p:nvSpPr>
        <p:spPr>
          <a:xfrm>
            <a:off x="0" y="1"/>
            <a:ext cx="12192000" cy="102197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Create New Campaign 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1937205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AB4903-A904-2017-4BE6-CD16CD0EBD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73"/>
          <a:stretch/>
        </p:blipFill>
        <p:spPr>
          <a:xfrm>
            <a:off x="0" y="887506"/>
            <a:ext cx="12192000" cy="597049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4FD72EC-3C77-0136-8803-0A5D818A0F57}"/>
              </a:ext>
            </a:extLst>
          </p:cNvPr>
          <p:cNvSpPr/>
          <p:nvPr/>
        </p:nvSpPr>
        <p:spPr>
          <a:xfrm>
            <a:off x="0" y="0"/>
            <a:ext cx="12192000" cy="88750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 New  Engagement Campaign 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1694965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8F116F-C40A-14FA-02A1-F511CC4E4C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70"/>
          <a:stretch/>
        </p:blipFill>
        <p:spPr>
          <a:xfrm>
            <a:off x="0" y="779928"/>
            <a:ext cx="12192000" cy="60780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F9BCFF3-8E1C-8DBC-0508-68CE8212FF08}"/>
              </a:ext>
            </a:extLst>
          </p:cNvPr>
          <p:cNvSpPr/>
          <p:nvPr/>
        </p:nvSpPr>
        <p:spPr>
          <a:xfrm>
            <a:off x="0" y="28631"/>
            <a:ext cx="12192000" cy="75129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Budget Scheduling 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2818944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9E1F57-5C7C-3974-D6B3-82F881A350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58"/>
          <a:stretch/>
        </p:blipFill>
        <p:spPr>
          <a:xfrm>
            <a:off x="0" y="833718"/>
            <a:ext cx="12192000" cy="602428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D1EC12A-B3DB-F35A-5AC1-7F25B80203FD}"/>
              </a:ext>
            </a:extLst>
          </p:cNvPr>
          <p:cNvSpPr/>
          <p:nvPr/>
        </p:nvSpPr>
        <p:spPr>
          <a:xfrm>
            <a:off x="0" y="0"/>
            <a:ext cx="12192000" cy="83371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Add Scheduling 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3186287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3C0224-C325-A11A-FE4C-2FF7D62B7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717"/>
            <a:ext cx="12192000" cy="60242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AB070DB-F4FD-D41C-5058-66B181C0E82E}"/>
              </a:ext>
            </a:extLst>
          </p:cNvPr>
          <p:cNvSpPr/>
          <p:nvPr/>
        </p:nvSpPr>
        <p:spPr>
          <a:xfrm>
            <a:off x="0" y="0"/>
            <a:ext cx="12192000" cy="83371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Connections 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2110232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A8E862-0D78-0CB5-694D-CAD16B831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23" y="833717"/>
            <a:ext cx="12192000" cy="602428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4157C3B-EA24-BC58-45A6-B760182CBF23}"/>
              </a:ext>
            </a:extLst>
          </p:cNvPr>
          <p:cNvSpPr/>
          <p:nvPr/>
        </p:nvSpPr>
        <p:spPr>
          <a:xfrm>
            <a:off x="0" y="0"/>
            <a:ext cx="12192000" cy="83371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/>
              <a:t>Perfomance</a:t>
            </a:r>
            <a:r>
              <a:rPr lang="en-US" sz="4000" b="1" dirty="0"/>
              <a:t> Goals 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2544662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B447A8-CC0A-2691-EE67-848D39F69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9929"/>
            <a:ext cx="12192000" cy="595631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7E5723F-F047-5C73-BD82-E1F2E2BAC7B9}"/>
              </a:ext>
            </a:extLst>
          </p:cNvPr>
          <p:cNvSpPr/>
          <p:nvPr/>
        </p:nvSpPr>
        <p:spPr>
          <a:xfrm>
            <a:off x="0" y="0"/>
            <a:ext cx="12192000" cy="779929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Budget &amp; Schedule 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2519008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27FC84-8A4C-C24F-6D59-FFFBAAA658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63"/>
          <a:stretch/>
        </p:blipFill>
        <p:spPr>
          <a:xfrm>
            <a:off x="0" y="699247"/>
            <a:ext cx="12192000" cy="615875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0169B48-E4A5-A65A-0D1E-44161EFE54C5}"/>
              </a:ext>
            </a:extLst>
          </p:cNvPr>
          <p:cNvSpPr/>
          <p:nvPr/>
        </p:nvSpPr>
        <p:spPr>
          <a:xfrm>
            <a:off x="0" y="0"/>
            <a:ext cx="12192000" cy="83371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Budget &amp; Schedule 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622483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27500C-5303-AF47-BC10-9D81958832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82"/>
          <a:stretch/>
        </p:blipFill>
        <p:spPr>
          <a:xfrm>
            <a:off x="0" y="833717"/>
            <a:ext cx="12192000" cy="602428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B6EF7B-9133-1DAE-537B-045EDD6955A6}"/>
              </a:ext>
            </a:extLst>
          </p:cNvPr>
          <p:cNvSpPr/>
          <p:nvPr/>
        </p:nvSpPr>
        <p:spPr>
          <a:xfrm>
            <a:off x="0" y="0"/>
            <a:ext cx="12192000" cy="83371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Audience Control 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1663687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C18144-A539-ED3F-1D26-AC7CC8247D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39"/>
          <a:stretch/>
        </p:blipFill>
        <p:spPr>
          <a:xfrm>
            <a:off x="0" y="794106"/>
            <a:ext cx="12192000" cy="606389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71F0449-E93D-C06D-0597-2D431471807D}"/>
              </a:ext>
            </a:extLst>
          </p:cNvPr>
          <p:cNvSpPr/>
          <p:nvPr/>
        </p:nvSpPr>
        <p:spPr>
          <a:xfrm>
            <a:off x="0" y="0"/>
            <a:ext cx="12192000" cy="83371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Set-up 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3914988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2B4378-27E6-655E-C90A-8CDAC277F9D9}"/>
              </a:ext>
            </a:extLst>
          </p:cNvPr>
          <p:cNvSpPr/>
          <p:nvPr/>
        </p:nvSpPr>
        <p:spPr>
          <a:xfrm>
            <a:off x="0" y="0"/>
            <a:ext cx="12378813" cy="7177549"/>
          </a:xfrm>
          <a:prstGeom prst="rect">
            <a:avLst/>
          </a:prstGeom>
          <a:solidFill>
            <a:schemeClr val="accent2">
              <a:lumMod val="20000"/>
              <a:lumOff val="8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10D869-5BF7-ACE4-3C03-F93D2DF8E7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005" y="1237203"/>
            <a:ext cx="6390969" cy="452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914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354</Words>
  <Application>Microsoft Office PowerPoint</Application>
  <PresentationFormat>Widescreen</PresentationFormat>
  <Paragraphs>58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Calibri-Bold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4</cp:revision>
  <dcterms:created xsi:type="dcterms:W3CDTF">2026-10-02T11:06:54Z</dcterms:created>
  <dcterms:modified xsi:type="dcterms:W3CDTF">2026-10-09T04:50:04Z</dcterms:modified>
</cp:coreProperties>
</file>